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ACTION_BUTTON_BACK_OR_PREVIOUS</a:t>
            </a:r>
          </a:p>
        </p:txBody>
      </p:sp>
      <p:sp>
        <p:nvSpPr>
          <p:cNvPr id="3" name="Action Button: Back or Previous 2"/>
          <p:cNvSpPr/>
          <p:nvPr/>
        </p:nvSpPr>
        <p:spPr>
          <a:xfrm>
            <a:off x="850392" y="2743200"/>
            <a:ext cx="2514600" cy="1828800"/>
          </a:xfrm>
          <a:prstGeom prst="actionButtonBackPrevio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ACTION_BUTTON_BEGINNING</a:t>
            </a:r>
          </a:p>
        </p:txBody>
      </p:sp>
      <p:sp>
        <p:nvSpPr>
          <p:cNvPr id="3" name="Action Button: Beginning 2"/>
          <p:cNvSpPr/>
          <p:nvPr/>
        </p:nvSpPr>
        <p:spPr>
          <a:xfrm>
            <a:off x="850392" y="2743200"/>
            <a:ext cx="2514600" cy="1828800"/>
          </a:xfrm>
          <a:prstGeom prst="actionButtonBeginning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ACTION_BUTTON_CUSTOM</a:t>
            </a:r>
          </a:p>
        </p:txBody>
      </p:sp>
      <p:sp>
        <p:nvSpPr>
          <p:cNvPr id="3" name="Action Button: Custom 2"/>
          <p:cNvSpPr/>
          <p:nvPr/>
        </p:nvSpPr>
        <p:spPr>
          <a:xfrm>
            <a:off x="850392" y="2743200"/>
            <a:ext cx="2514600" cy="1828800"/>
          </a:xfrm>
          <a:prstGeom prst="actionButtonBlan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ACTION_BUTTON_DOCUMENT</a:t>
            </a:r>
          </a:p>
        </p:txBody>
      </p:sp>
      <p:sp>
        <p:nvSpPr>
          <p:cNvPr id="3" name="Action Button: Document 2"/>
          <p:cNvSpPr/>
          <p:nvPr/>
        </p:nvSpPr>
        <p:spPr>
          <a:xfrm>
            <a:off x="850392" y="2743200"/>
            <a:ext cx="2514600" cy="1828800"/>
          </a:xfrm>
          <a:prstGeom prst="actionButton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ACTION_BUTTON_END</a:t>
            </a:r>
          </a:p>
        </p:txBody>
      </p:sp>
      <p:sp>
        <p:nvSpPr>
          <p:cNvPr id="3" name="Action Button: End 2"/>
          <p:cNvSpPr/>
          <p:nvPr/>
        </p:nvSpPr>
        <p:spPr>
          <a:xfrm>
            <a:off x="850392" y="2743200"/>
            <a:ext cx="2514600" cy="1828800"/>
          </a:xfrm>
          <a:prstGeom prst="actionButtonE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ACTION_BUTTON_FORWARD_OR_NEXT</a:t>
            </a:r>
          </a:p>
        </p:txBody>
      </p:sp>
      <p:sp>
        <p:nvSpPr>
          <p:cNvPr id="3" name="Action Button: Forward or Next 2"/>
          <p:cNvSpPr/>
          <p:nvPr/>
        </p:nvSpPr>
        <p:spPr>
          <a:xfrm>
            <a:off x="850392" y="2743200"/>
            <a:ext cx="2514600" cy="1828800"/>
          </a:xfrm>
          <a:prstGeom prst="actionButtonForwardNex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ACTION_BUTTON_HELP</a:t>
            </a:r>
          </a:p>
        </p:txBody>
      </p:sp>
      <p:sp>
        <p:nvSpPr>
          <p:cNvPr id="3" name="Action Button: Help 2"/>
          <p:cNvSpPr/>
          <p:nvPr/>
        </p:nvSpPr>
        <p:spPr>
          <a:xfrm>
            <a:off x="850392" y="2743200"/>
            <a:ext cx="2514600" cy="1828800"/>
          </a:xfrm>
          <a:prstGeom prst="actionButtonHelp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ACTION_BUTTON_HOME</a:t>
            </a:r>
          </a:p>
        </p:txBody>
      </p:sp>
      <p:sp>
        <p:nvSpPr>
          <p:cNvPr id="3" name="Action Button: Home 2"/>
          <p:cNvSpPr/>
          <p:nvPr/>
        </p:nvSpPr>
        <p:spPr>
          <a:xfrm>
            <a:off x="850392" y="2743200"/>
            <a:ext cx="2514600" cy="1828800"/>
          </a:xfrm>
          <a:prstGeom prst="actionButtonHo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ACTION_BUTTON_INFORMATION</a:t>
            </a:r>
          </a:p>
        </p:txBody>
      </p:sp>
      <p:sp>
        <p:nvSpPr>
          <p:cNvPr id="3" name="Action Button: Information 2"/>
          <p:cNvSpPr/>
          <p:nvPr/>
        </p:nvSpPr>
        <p:spPr>
          <a:xfrm>
            <a:off x="850392" y="2743200"/>
            <a:ext cx="2514600" cy="1828800"/>
          </a:xfrm>
          <a:prstGeom prst="actionButtonInform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ACTION_BUTTON_MOVIE</a:t>
            </a:r>
          </a:p>
        </p:txBody>
      </p:sp>
      <p:sp>
        <p:nvSpPr>
          <p:cNvPr id="3" name="Action Button: Movie 2"/>
          <p:cNvSpPr/>
          <p:nvPr/>
        </p:nvSpPr>
        <p:spPr>
          <a:xfrm>
            <a:off x="850392" y="2743200"/>
            <a:ext cx="2514600" cy="1828800"/>
          </a:xfrm>
          <a:prstGeom prst="actionButtonMov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ACTION_BUTTON_RETURN</a:t>
            </a:r>
          </a:p>
        </p:txBody>
      </p:sp>
      <p:sp>
        <p:nvSpPr>
          <p:cNvPr id="3" name="Action Button: Return 2"/>
          <p:cNvSpPr/>
          <p:nvPr/>
        </p:nvSpPr>
        <p:spPr>
          <a:xfrm>
            <a:off x="850392" y="2743200"/>
            <a:ext cx="2514600" cy="1828800"/>
          </a:xfrm>
          <a:prstGeom prst="actionButtonRetur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ACTION_BUTTON_SOUND</a:t>
            </a:r>
          </a:p>
        </p:txBody>
      </p:sp>
      <p:sp>
        <p:nvSpPr>
          <p:cNvPr id="3" name="Action Button: Sound 2"/>
          <p:cNvSpPr/>
          <p:nvPr/>
        </p:nvSpPr>
        <p:spPr>
          <a:xfrm>
            <a:off x="850392" y="2743200"/>
            <a:ext cx="2514600" cy="1828800"/>
          </a:xfrm>
          <a:prstGeom prst="actionButtonSou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</a:t>
            </a:r>
          </a:p>
        </p:txBody>
      </p:sp>
      <p:sp>
        <p:nvSpPr>
          <p:cNvPr id="3" name="Arc 2"/>
          <p:cNvSpPr/>
          <p:nvPr/>
        </p:nvSpPr>
        <p:spPr>
          <a:xfrm>
            <a:off x="850392" y="2743200"/>
            <a:ext cx="2514600" cy="1828800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BALLOON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850392" y="2743200"/>
            <a:ext cx="2514600" cy="1828800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BENT_ARROW</a:t>
            </a:r>
          </a:p>
        </p:txBody>
      </p:sp>
      <p:sp>
        <p:nvSpPr>
          <p:cNvPr id="3" name="Bent Arrow 2"/>
          <p:cNvSpPr/>
          <p:nvPr/>
        </p:nvSpPr>
        <p:spPr>
          <a:xfrm>
            <a:off x="850392" y="2743200"/>
            <a:ext cx="2514600" cy="1828800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BENT_UP_ARROW</a:t>
            </a:r>
          </a:p>
        </p:txBody>
      </p:sp>
      <p:sp>
        <p:nvSpPr>
          <p:cNvPr id="3" name="Bent-Up Arrow 2"/>
          <p:cNvSpPr/>
          <p:nvPr/>
        </p:nvSpPr>
        <p:spPr>
          <a:xfrm>
            <a:off x="850392" y="2743200"/>
            <a:ext cx="2514600" cy="1828800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BEVEL</a:t>
            </a:r>
          </a:p>
        </p:txBody>
      </p:sp>
      <p:sp>
        <p:nvSpPr>
          <p:cNvPr id="3" name="Bevel 2"/>
          <p:cNvSpPr/>
          <p:nvPr/>
        </p:nvSpPr>
        <p:spPr>
          <a:xfrm>
            <a:off x="850392" y="2743200"/>
            <a:ext cx="2514600" cy="1828800"/>
          </a:xfrm>
          <a:prstGeom prst="beve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BLOCK_ARC</a:t>
            </a:r>
          </a:p>
        </p:txBody>
      </p:sp>
      <p:sp>
        <p:nvSpPr>
          <p:cNvPr id="3" name="Block Arc 2"/>
          <p:cNvSpPr/>
          <p:nvPr/>
        </p:nvSpPr>
        <p:spPr>
          <a:xfrm>
            <a:off x="850392" y="2743200"/>
            <a:ext cx="2514600" cy="1828800"/>
          </a:xfrm>
          <a:prstGeom prst="block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</a:t>
            </a:r>
          </a:p>
        </p:txBody>
      </p:sp>
      <p:sp>
        <p:nvSpPr>
          <p:cNvPr id="3" name="Can 2"/>
          <p:cNvSpPr/>
          <p:nvPr/>
        </p:nvSpPr>
        <p:spPr>
          <a:xfrm>
            <a:off x="850392" y="2743200"/>
            <a:ext cx="2514600" cy="182880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CHART_PLUS</a:t>
            </a:r>
          </a:p>
        </p:txBody>
      </p:sp>
      <p:sp>
        <p:nvSpPr>
          <p:cNvPr id="3" name="Chart Plus 2"/>
          <p:cNvSpPr/>
          <p:nvPr/>
        </p:nvSpPr>
        <p:spPr>
          <a:xfrm>
            <a:off x="850392" y="2743200"/>
            <a:ext cx="2514600" cy="1828800"/>
          </a:xfrm>
          <a:prstGeom prst="chart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CHART_STAR</a:t>
            </a:r>
          </a:p>
        </p:txBody>
      </p:sp>
      <p:sp>
        <p:nvSpPr>
          <p:cNvPr id="3" name="Chart Star 2"/>
          <p:cNvSpPr/>
          <p:nvPr/>
        </p:nvSpPr>
        <p:spPr>
          <a:xfrm>
            <a:off x="850392" y="2743200"/>
            <a:ext cx="2514600" cy="1828800"/>
          </a:xfrm>
          <a:prstGeom prst="chartSta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CHART_X</a:t>
            </a:r>
          </a:p>
        </p:txBody>
      </p:sp>
      <p:sp>
        <p:nvSpPr>
          <p:cNvPr id="3" name="Chart X 2"/>
          <p:cNvSpPr/>
          <p:nvPr/>
        </p:nvSpPr>
        <p:spPr>
          <a:xfrm>
            <a:off x="850392" y="2743200"/>
            <a:ext cx="2514600" cy="1828800"/>
          </a:xfrm>
          <a:prstGeom prst="chartX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CHEVRON</a:t>
            </a:r>
          </a:p>
        </p:txBody>
      </p:sp>
      <p:sp>
        <p:nvSpPr>
          <p:cNvPr id="3" name="Chevron 2"/>
          <p:cNvSpPr/>
          <p:nvPr/>
        </p:nvSpPr>
        <p:spPr>
          <a:xfrm>
            <a:off x="850392" y="2743200"/>
            <a:ext cx="2514600" cy="18288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CHORD</a:t>
            </a:r>
          </a:p>
        </p:txBody>
      </p:sp>
      <p:sp>
        <p:nvSpPr>
          <p:cNvPr id="3" name="Chord 2"/>
          <p:cNvSpPr/>
          <p:nvPr/>
        </p:nvSpPr>
        <p:spPr>
          <a:xfrm>
            <a:off x="850392" y="2743200"/>
            <a:ext cx="2514600" cy="1828800"/>
          </a:xfrm>
          <a:prstGeom prst="chor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CIRCULAR_ARROW</a:t>
            </a:r>
          </a:p>
        </p:txBody>
      </p:sp>
      <p:sp>
        <p:nvSpPr>
          <p:cNvPr id="3" name="Circular Arrow 2"/>
          <p:cNvSpPr/>
          <p:nvPr/>
        </p:nvSpPr>
        <p:spPr>
          <a:xfrm>
            <a:off x="850392" y="2743200"/>
            <a:ext cx="2514600" cy="18288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</a:t>
            </a:r>
          </a:p>
        </p:txBody>
      </p:sp>
      <p:sp>
        <p:nvSpPr>
          <p:cNvPr id="3" name="Cloud 2"/>
          <p:cNvSpPr/>
          <p:nvPr/>
        </p:nvSpPr>
        <p:spPr>
          <a:xfrm>
            <a:off x="850392" y="2743200"/>
            <a:ext cx="2514600" cy="18288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CLOUD_CALLOUT</a:t>
            </a:r>
          </a:p>
        </p:txBody>
      </p:sp>
      <p:sp>
        <p:nvSpPr>
          <p:cNvPr id="3" name="Cloud Callout 2"/>
          <p:cNvSpPr/>
          <p:nvPr/>
        </p:nvSpPr>
        <p:spPr>
          <a:xfrm>
            <a:off x="850392" y="2743200"/>
            <a:ext cx="2514600" cy="1828800"/>
          </a:xfrm>
          <a:prstGeom prst="cloud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CORNER</a:t>
            </a:r>
          </a:p>
        </p:txBody>
      </p:sp>
      <p:sp>
        <p:nvSpPr>
          <p:cNvPr id="3" name="Corner 2"/>
          <p:cNvSpPr/>
          <p:nvPr/>
        </p:nvSpPr>
        <p:spPr>
          <a:xfrm>
            <a:off x="850392" y="2743200"/>
            <a:ext cx="2514600" cy="1828800"/>
          </a:xfrm>
          <a:prstGeom prst="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CORNER_TABS</a:t>
            </a:r>
          </a:p>
        </p:txBody>
      </p:sp>
      <p:sp>
        <p:nvSpPr>
          <p:cNvPr id="3" name="Corner Tabs 2"/>
          <p:cNvSpPr/>
          <p:nvPr/>
        </p:nvSpPr>
        <p:spPr>
          <a:xfrm>
            <a:off x="850392" y="2743200"/>
            <a:ext cx="2514600" cy="1828800"/>
          </a:xfrm>
          <a:prstGeom prst="corner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</a:t>
            </a:r>
          </a:p>
        </p:txBody>
      </p:sp>
      <p:sp>
        <p:nvSpPr>
          <p:cNvPr id="3" name="Cross 2"/>
          <p:cNvSpPr/>
          <p:nvPr/>
        </p:nvSpPr>
        <p:spPr>
          <a:xfrm>
            <a:off x="850392" y="2743200"/>
            <a:ext cx="2514600" cy="1828800"/>
          </a:xfrm>
          <a:prstGeom prst="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CUBE</a:t>
            </a:r>
          </a:p>
        </p:txBody>
      </p:sp>
      <p:sp>
        <p:nvSpPr>
          <p:cNvPr id="3" name="Cube 2"/>
          <p:cNvSpPr/>
          <p:nvPr/>
        </p:nvSpPr>
        <p:spPr>
          <a:xfrm>
            <a:off x="850392" y="2743200"/>
            <a:ext cx="2514600" cy="1828800"/>
          </a:xfrm>
          <a:prstGeom prst="cub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CURVED_DOWN_ARROW</a:t>
            </a:r>
          </a:p>
        </p:txBody>
      </p:sp>
      <p:sp>
        <p:nvSpPr>
          <p:cNvPr id="3" name="Curved Down Arrow 2"/>
          <p:cNvSpPr/>
          <p:nvPr/>
        </p:nvSpPr>
        <p:spPr>
          <a:xfrm>
            <a:off x="850392" y="2743200"/>
            <a:ext cx="2514600" cy="182880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CURVED_DOWN_RIBBON</a:t>
            </a:r>
          </a:p>
        </p:txBody>
      </p:sp>
      <p:sp>
        <p:nvSpPr>
          <p:cNvPr id="3" name="Curved Down Ribbon 2"/>
          <p:cNvSpPr/>
          <p:nvPr/>
        </p:nvSpPr>
        <p:spPr>
          <a:xfrm>
            <a:off x="850392" y="2743200"/>
            <a:ext cx="2514600" cy="1828800"/>
          </a:xfrm>
          <a:prstGeom prst="ellipse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CURVED_LEFT_ARROW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850392" y="2743200"/>
            <a:ext cx="2514600" cy="1828800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CURVED_RIGHT_ARROW</a:t>
            </a:r>
          </a:p>
        </p:txBody>
      </p:sp>
      <p:sp>
        <p:nvSpPr>
          <p:cNvPr id="3" name="Curved Right Arrow 2"/>
          <p:cNvSpPr/>
          <p:nvPr/>
        </p:nvSpPr>
        <p:spPr>
          <a:xfrm>
            <a:off x="850392" y="2743200"/>
            <a:ext cx="2514600" cy="1828800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CURVED_UP_ARROW</a:t>
            </a:r>
          </a:p>
        </p:txBody>
      </p:sp>
      <p:sp>
        <p:nvSpPr>
          <p:cNvPr id="3" name="Curved Up Arrow 2"/>
          <p:cNvSpPr/>
          <p:nvPr/>
        </p:nvSpPr>
        <p:spPr>
          <a:xfrm>
            <a:off x="850392" y="2743200"/>
            <a:ext cx="2514600" cy="18288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CURVED_UP_RIBBON</a:t>
            </a:r>
          </a:p>
        </p:txBody>
      </p:sp>
      <p:sp>
        <p:nvSpPr>
          <p:cNvPr id="3" name="Curved Up Ribbon 2"/>
          <p:cNvSpPr/>
          <p:nvPr/>
        </p:nvSpPr>
        <p:spPr>
          <a:xfrm>
            <a:off x="850392" y="2743200"/>
            <a:ext cx="2514600" cy="1828800"/>
          </a:xfrm>
          <a:prstGeom prst="ellipseRibbon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DECAGON</a:t>
            </a:r>
          </a:p>
        </p:txBody>
      </p:sp>
      <p:sp>
        <p:nvSpPr>
          <p:cNvPr id="3" name="Decagon 2"/>
          <p:cNvSpPr/>
          <p:nvPr/>
        </p:nvSpPr>
        <p:spPr>
          <a:xfrm>
            <a:off x="850392" y="2743200"/>
            <a:ext cx="2514600" cy="1828800"/>
          </a:xfrm>
          <a:prstGeom prst="dec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DIAGONAL_STRIPE</a:t>
            </a:r>
          </a:p>
        </p:txBody>
      </p:sp>
      <p:sp>
        <p:nvSpPr>
          <p:cNvPr id="3" name="Diagonal Stripe 2"/>
          <p:cNvSpPr/>
          <p:nvPr/>
        </p:nvSpPr>
        <p:spPr>
          <a:xfrm>
            <a:off x="850392" y="2743200"/>
            <a:ext cx="2514600" cy="1828800"/>
          </a:xfrm>
          <a:prstGeom prst="diagStri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DIAMOND</a:t>
            </a:r>
          </a:p>
        </p:txBody>
      </p:sp>
      <p:sp>
        <p:nvSpPr>
          <p:cNvPr id="3" name="Diamond 2"/>
          <p:cNvSpPr/>
          <p:nvPr/>
        </p:nvSpPr>
        <p:spPr>
          <a:xfrm>
            <a:off x="850392" y="2743200"/>
            <a:ext cx="2514600" cy="18288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DODECAGON</a:t>
            </a:r>
          </a:p>
        </p:txBody>
      </p:sp>
      <p:sp>
        <p:nvSpPr>
          <p:cNvPr id="3" name="Dodecagon 2"/>
          <p:cNvSpPr/>
          <p:nvPr/>
        </p:nvSpPr>
        <p:spPr>
          <a:xfrm>
            <a:off x="850392" y="2743200"/>
            <a:ext cx="2514600" cy="1828800"/>
          </a:xfrm>
          <a:prstGeom prst="dodec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DONUT</a:t>
            </a:r>
          </a:p>
        </p:txBody>
      </p:sp>
      <p:sp>
        <p:nvSpPr>
          <p:cNvPr id="3" name="Donut 2"/>
          <p:cNvSpPr/>
          <p:nvPr/>
        </p:nvSpPr>
        <p:spPr>
          <a:xfrm>
            <a:off x="850392" y="2743200"/>
            <a:ext cx="2514600" cy="1828800"/>
          </a:xfrm>
          <a:prstGeom prst="don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DOUBLE_BRACE</a:t>
            </a:r>
          </a:p>
        </p:txBody>
      </p:sp>
      <p:sp>
        <p:nvSpPr>
          <p:cNvPr id="3" name="Double Brace 2"/>
          <p:cNvSpPr/>
          <p:nvPr/>
        </p:nvSpPr>
        <p:spPr>
          <a:xfrm>
            <a:off x="850392" y="2743200"/>
            <a:ext cx="2514600" cy="1828800"/>
          </a:xfrm>
          <a:prstGeom prst="bracePai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DOUBLE_BRACKET</a:t>
            </a:r>
          </a:p>
        </p:txBody>
      </p:sp>
      <p:sp>
        <p:nvSpPr>
          <p:cNvPr id="3" name="Double Bracket 2"/>
          <p:cNvSpPr/>
          <p:nvPr/>
        </p:nvSpPr>
        <p:spPr>
          <a:xfrm>
            <a:off x="850392" y="2743200"/>
            <a:ext cx="2514600" cy="1828800"/>
          </a:xfrm>
          <a:prstGeom prst="bracketPai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DOUBLE_WAVE</a:t>
            </a:r>
          </a:p>
        </p:txBody>
      </p:sp>
      <p:sp>
        <p:nvSpPr>
          <p:cNvPr id="3" name="Double Wave 2"/>
          <p:cNvSpPr/>
          <p:nvPr/>
        </p:nvSpPr>
        <p:spPr>
          <a:xfrm>
            <a:off x="850392" y="2743200"/>
            <a:ext cx="2514600" cy="1828800"/>
          </a:xfrm>
          <a:prstGeom prst="doubleWav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DOWN_ARROW</a:t>
            </a:r>
          </a:p>
        </p:txBody>
      </p:sp>
      <p:sp>
        <p:nvSpPr>
          <p:cNvPr id="3" name="Down Arrow 2"/>
          <p:cNvSpPr/>
          <p:nvPr/>
        </p:nvSpPr>
        <p:spPr>
          <a:xfrm>
            <a:off x="850392" y="2743200"/>
            <a:ext cx="2514600" cy="18288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DOWN_ARROW_CALLOUT</a:t>
            </a:r>
          </a:p>
        </p:txBody>
      </p:sp>
      <p:sp>
        <p:nvSpPr>
          <p:cNvPr id="3" name="Down Arrow Callout 2"/>
          <p:cNvSpPr/>
          <p:nvPr/>
        </p:nvSpPr>
        <p:spPr>
          <a:xfrm>
            <a:off x="850392" y="2743200"/>
            <a:ext cx="2514600" cy="1828800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DOWN_RIBBON</a:t>
            </a:r>
          </a:p>
        </p:txBody>
      </p:sp>
      <p:sp>
        <p:nvSpPr>
          <p:cNvPr id="3" name="Down Ribbon 2"/>
          <p:cNvSpPr/>
          <p:nvPr/>
        </p:nvSpPr>
        <p:spPr>
          <a:xfrm>
            <a:off x="850392" y="2743200"/>
            <a:ext cx="2514600" cy="1828800"/>
          </a:xfrm>
          <a:prstGeom prst="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EXPLOSION1</a:t>
            </a:r>
          </a:p>
        </p:txBody>
      </p:sp>
      <p:sp>
        <p:nvSpPr>
          <p:cNvPr id="3" name="Explosion 2"/>
          <p:cNvSpPr/>
          <p:nvPr/>
        </p:nvSpPr>
        <p:spPr>
          <a:xfrm>
            <a:off x="850392" y="2743200"/>
            <a:ext cx="2514600" cy="1828800"/>
          </a:xfrm>
          <a:prstGeom prst="irregularSeal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EXPLOSION2</a:t>
            </a:r>
          </a:p>
        </p:txBody>
      </p:sp>
      <p:sp>
        <p:nvSpPr>
          <p:cNvPr id="3" name="Explosion 2"/>
          <p:cNvSpPr/>
          <p:nvPr/>
        </p:nvSpPr>
        <p:spPr>
          <a:xfrm>
            <a:off x="850392" y="2743200"/>
            <a:ext cx="2514600" cy="1828800"/>
          </a:xfrm>
          <a:prstGeom prst="irregularSeal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FLOWCHART_ALTERNATE_PROCESS</a:t>
            </a:r>
          </a:p>
        </p:txBody>
      </p:sp>
      <p:sp>
        <p:nvSpPr>
          <p:cNvPr id="3" name="Alternate process 2"/>
          <p:cNvSpPr/>
          <p:nvPr/>
        </p:nvSpPr>
        <p:spPr>
          <a:xfrm>
            <a:off x="850392" y="2743200"/>
            <a:ext cx="2514600" cy="182880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FLOWCHART_CARD</a:t>
            </a:r>
          </a:p>
        </p:txBody>
      </p:sp>
      <p:sp>
        <p:nvSpPr>
          <p:cNvPr id="3" name="Card 2"/>
          <p:cNvSpPr/>
          <p:nvPr/>
        </p:nvSpPr>
        <p:spPr>
          <a:xfrm>
            <a:off x="850392" y="2743200"/>
            <a:ext cx="2514600" cy="1828800"/>
          </a:xfrm>
          <a:prstGeom prst="flowChartPunchedCar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FLOWCHART_COLLATE</a:t>
            </a:r>
          </a:p>
        </p:txBody>
      </p:sp>
      <p:sp>
        <p:nvSpPr>
          <p:cNvPr id="3" name="Collate 2"/>
          <p:cNvSpPr/>
          <p:nvPr/>
        </p:nvSpPr>
        <p:spPr>
          <a:xfrm>
            <a:off x="850392" y="2743200"/>
            <a:ext cx="2514600" cy="1828800"/>
          </a:xfrm>
          <a:prstGeom prst="flowChartCol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FLOWCHART_CONNECTOR</a:t>
            </a:r>
          </a:p>
        </p:txBody>
      </p:sp>
      <p:sp>
        <p:nvSpPr>
          <p:cNvPr id="3" name="Connector 2"/>
          <p:cNvSpPr/>
          <p:nvPr/>
        </p:nvSpPr>
        <p:spPr>
          <a:xfrm>
            <a:off x="850392" y="2743200"/>
            <a:ext cx="2514600" cy="1828800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FLOWCHART_DATA</a:t>
            </a:r>
          </a:p>
        </p:txBody>
      </p:sp>
      <p:sp>
        <p:nvSpPr>
          <p:cNvPr id="3" name="Data 2"/>
          <p:cNvSpPr/>
          <p:nvPr/>
        </p:nvSpPr>
        <p:spPr>
          <a:xfrm>
            <a:off x="850392" y="2743200"/>
            <a:ext cx="2514600" cy="1828800"/>
          </a:xfrm>
          <a:prstGeom prst="flowChartInputOut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FLOWCHART_DECISION</a:t>
            </a:r>
          </a:p>
        </p:txBody>
      </p:sp>
      <p:sp>
        <p:nvSpPr>
          <p:cNvPr id="3" name="Decision 2"/>
          <p:cNvSpPr/>
          <p:nvPr/>
        </p:nvSpPr>
        <p:spPr>
          <a:xfrm>
            <a:off x="850392" y="2743200"/>
            <a:ext cx="2514600" cy="1828800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FLOWCHART_DELAY</a:t>
            </a:r>
          </a:p>
        </p:txBody>
      </p:sp>
      <p:sp>
        <p:nvSpPr>
          <p:cNvPr id="3" name="Delay 2"/>
          <p:cNvSpPr/>
          <p:nvPr/>
        </p:nvSpPr>
        <p:spPr>
          <a:xfrm>
            <a:off x="850392" y="2743200"/>
            <a:ext cx="2514600" cy="18288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FLOWCHART_DIRECT_ACCESS_STORAGE</a:t>
            </a:r>
          </a:p>
        </p:txBody>
      </p:sp>
      <p:sp>
        <p:nvSpPr>
          <p:cNvPr id="3" name="Direct Access Storage 2"/>
          <p:cNvSpPr/>
          <p:nvPr/>
        </p:nvSpPr>
        <p:spPr>
          <a:xfrm>
            <a:off x="850392" y="2743200"/>
            <a:ext cx="2514600" cy="1828800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FLOWCHART_DISPLAY</a:t>
            </a:r>
          </a:p>
        </p:txBody>
      </p:sp>
      <p:sp>
        <p:nvSpPr>
          <p:cNvPr id="3" name="Display 2"/>
          <p:cNvSpPr/>
          <p:nvPr/>
        </p:nvSpPr>
        <p:spPr>
          <a:xfrm>
            <a:off x="850392" y="2743200"/>
            <a:ext cx="2514600" cy="1828800"/>
          </a:xfrm>
          <a:prstGeom prst="flowChartDisp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FLOWCHART_DOCUMENT</a:t>
            </a:r>
          </a:p>
        </p:txBody>
      </p:sp>
      <p:sp>
        <p:nvSpPr>
          <p:cNvPr id="3" name="Document 2"/>
          <p:cNvSpPr/>
          <p:nvPr/>
        </p:nvSpPr>
        <p:spPr>
          <a:xfrm>
            <a:off x="850392" y="2743200"/>
            <a:ext cx="2514600" cy="1828800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FLOWCHART_EXTRACT</a:t>
            </a:r>
          </a:p>
        </p:txBody>
      </p:sp>
      <p:sp>
        <p:nvSpPr>
          <p:cNvPr id="3" name="Extract 2"/>
          <p:cNvSpPr/>
          <p:nvPr/>
        </p:nvSpPr>
        <p:spPr>
          <a:xfrm>
            <a:off x="850392" y="2743200"/>
            <a:ext cx="2514600" cy="1828800"/>
          </a:xfrm>
          <a:prstGeom prst="flowChartExtra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FLOWCHART_INTERNAL_STORAGE</a:t>
            </a:r>
          </a:p>
        </p:txBody>
      </p:sp>
      <p:sp>
        <p:nvSpPr>
          <p:cNvPr id="3" name="Internal Storage 2"/>
          <p:cNvSpPr/>
          <p:nvPr/>
        </p:nvSpPr>
        <p:spPr>
          <a:xfrm>
            <a:off x="850392" y="2743200"/>
            <a:ext cx="2514600" cy="1828800"/>
          </a:xfrm>
          <a:prstGeom prst="flowChartInternal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FLOWCHART_MAGNETIC_DISK</a:t>
            </a:r>
          </a:p>
        </p:txBody>
      </p:sp>
      <p:sp>
        <p:nvSpPr>
          <p:cNvPr id="3" name="Magnetic Disk 2"/>
          <p:cNvSpPr/>
          <p:nvPr/>
        </p:nvSpPr>
        <p:spPr>
          <a:xfrm>
            <a:off x="850392" y="2743200"/>
            <a:ext cx="2514600" cy="1828800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FLOWCHART_MANUAL_INPUT</a:t>
            </a:r>
          </a:p>
        </p:txBody>
      </p:sp>
      <p:sp>
        <p:nvSpPr>
          <p:cNvPr id="3" name="Manual Input 2"/>
          <p:cNvSpPr/>
          <p:nvPr/>
        </p:nvSpPr>
        <p:spPr>
          <a:xfrm>
            <a:off x="850392" y="2743200"/>
            <a:ext cx="2514600" cy="1828800"/>
          </a:xfrm>
          <a:prstGeom prst="flowChartManualIn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FLOWCHART_MANUAL_OPERATION</a:t>
            </a:r>
          </a:p>
        </p:txBody>
      </p:sp>
      <p:sp>
        <p:nvSpPr>
          <p:cNvPr id="3" name="Manual Operation 2"/>
          <p:cNvSpPr/>
          <p:nvPr/>
        </p:nvSpPr>
        <p:spPr>
          <a:xfrm>
            <a:off x="850392" y="2743200"/>
            <a:ext cx="2514600" cy="1828800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FLOWCHART_MERGE</a:t>
            </a:r>
          </a:p>
        </p:txBody>
      </p:sp>
      <p:sp>
        <p:nvSpPr>
          <p:cNvPr id="3" name="Merge 2"/>
          <p:cNvSpPr/>
          <p:nvPr/>
        </p:nvSpPr>
        <p:spPr>
          <a:xfrm>
            <a:off x="850392" y="2743200"/>
            <a:ext cx="2514600" cy="1828800"/>
          </a:xfrm>
          <a:prstGeom prst="flowChartMer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FLOWCHART_MULTIDOCUMENT</a:t>
            </a:r>
          </a:p>
        </p:txBody>
      </p:sp>
      <p:sp>
        <p:nvSpPr>
          <p:cNvPr id="3" name="Multidocument 2"/>
          <p:cNvSpPr/>
          <p:nvPr/>
        </p:nvSpPr>
        <p:spPr>
          <a:xfrm>
            <a:off x="850392" y="2743200"/>
            <a:ext cx="2514600" cy="1828800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FLOWCHART_OFFLINE_STORAGE</a:t>
            </a:r>
          </a:p>
        </p:txBody>
      </p:sp>
      <p:sp>
        <p:nvSpPr>
          <p:cNvPr id="3" name="Offline Storage 2"/>
          <p:cNvSpPr/>
          <p:nvPr/>
        </p:nvSpPr>
        <p:spPr>
          <a:xfrm>
            <a:off x="850392" y="2743200"/>
            <a:ext cx="2514600" cy="1828800"/>
          </a:xfrm>
          <a:prstGeom prst="flowChartOffline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FLOWCHART_OFFPAGE_CONNECTOR</a:t>
            </a:r>
          </a:p>
        </p:txBody>
      </p:sp>
      <p:sp>
        <p:nvSpPr>
          <p:cNvPr id="3" name="Off-page Connector 2"/>
          <p:cNvSpPr/>
          <p:nvPr/>
        </p:nvSpPr>
        <p:spPr>
          <a:xfrm>
            <a:off x="850392" y="2743200"/>
            <a:ext cx="2514600" cy="1828800"/>
          </a:xfrm>
          <a:prstGeom prst="flowChartOffpage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FLOWCHART_OR</a:t>
            </a:r>
          </a:p>
        </p:txBody>
      </p:sp>
      <p:sp>
        <p:nvSpPr>
          <p:cNvPr id="3" name="Or 2"/>
          <p:cNvSpPr/>
          <p:nvPr/>
        </p:nvSpPr>
        <p:spPr>
          <a:xfrm>
            <a:off x="850392" y="2743200"/>
            <a:ext cx="2514600" cy="1828800"/>
          </a:xfrm>
          <a:prstGeom prst="flowChar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FLOWCHART_PREDEFINED_PROCESS</a:t>
            </a:r>
          </a:p>
        </p:txBody>
      </p:sp>
      <p:sp>
        <p:nvSpPr>
          <p:cNvPr id="3" name="Predefined Process 2"/>
          <p:cNvSpPr/>
          <p:nvPr/>
        </p:nvSpPr>
        <p:spPr>
          <a:xfrm>
            <a:off x="850392" y="2743200"/>
            <a:ext cx="2514600" cy="1828800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FLOWCHART_PREPARATION</a:t>
            </a:r>
          </a:p>
        </p:txBody>
      </p:sp>
      <p:sp>
        <p:nvSpPr>
          <p:cNvPr id="3" name="Preparation 2"/>
          <p:cNvSpPr/>
          <p:nvPr/>
        </p:nvSpPr>
        <p:spPr>
          <a:xfrm>
            <a:off x="850392" y="2743200"/>
            <a:ext cx="2514600" cy="1828800"/>
          </a:xfrm>
          <a:prstGeom prst="flowChartPrepa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FLOWCHART_PROCESS</a:t>
            </a:r>
          </a:p>
        </p:txBody>
      </p:sp>
      <p:sp>
        <p:nvSpPr>
          <p:cNvPr id="3" name="Process 2"/>
          <p:cNvSpPr/>
          <p:nvPr/>
        </p:nvSpPr>
        <p:spPr>
          <a:xfrm>
            <a:off x="850392" y="2743200"/>
            <a:ext cx="2514600" cy="18288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FLOWCHART_PUNCHED_TAPE</a:t>
            </a:r>
          </a:p>
        </p:txBody>
      </p:sp>
      <p:sp>
        <p:nvSpPr>
          <p:cNvPr id="3" name="Punched Tape 2"/>
          <p:cNvSpPr/>
          <p:nvPr/>
        </p:nvSpPr>
        <p:spPr>
          <a:xfrm>
            <a:off x="850392" y="2743200"/>
            <a:ext cx="2514600" cy="1828800"/>
          </a:xfrm>
          <a:prstGeom prst="flowChartPunchedTa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FLOWCHART_SEQUENTIAL_ACCESS_STORAGE</a:t>
            </a:r>
          </a:p>
        </p:txBody>
      </p:sp>
      <p:sp>
        <p:nvSpPr>
          <p:cNvPr id="3" name="Sequential Access Storage 2"/>
          <p:cNvSpPr/>
          <p:nvPr/>
        </p:nvSpPr>
        <p:spPr>
          <a:xfrm>
            <a:off x="850392" y="2743200"/>
            <a:ext cx="2514600" cy="1828800"/>
          </a:xfrm>
          <a:prstGeom prst="flowChartMagneticTa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FLOWCHART_SORT</a:t>
            </a:r>
          </a:p>
        </p:txBody>
      </p:sp>
      <p:sp>
        <p:nvSpPr>
          <p:cNvPr id="3" name="Sort 2"/>
          <p:cNvSpPr/>
          <p:nvPr/>
        </p:nvSpPr>
        <p:spPr>
          <a:xfrm>
            <a:off x="850392" y="2743200"/>
            <a:ext cx="2514600" cy="1828800"/>
          </a:xfrm>
          <a:prstGeom prst="flowChartSo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FLOWCHART_STORED_DATA</a:t>
            </a:r>
          </a:p>
        </p:txBody>
      </p:sp>
      <p:sp>
        <p:nvSpPr>
          <p:cNvPr id="3" name="Stored Data 2"/>
          <p:cNvSpPr/>
          <p:nvPr/>
        </p:nvSpPr>
        <p:spPr>
          <a:xfrm>
            <a:off x="850392" y="2743200"/>
            <a:ext cx="2514600" cy="1828800"/>
          </a:xfrm>
          <a:prstGeom prst="flowChartOnline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FLOWCHART_SUMMING_JUNCTION</a:t>
            </a:r>
          </a:p>
        </p:txBody>
      </p:sp>
      <p:sp>
        <p:nvSpPr>
          <p:cNvPr id="3" name="Summing Junction 2"/>
          <p:cNvSpPr/>
          <p:nvPr/>
        </p:nvSpPr>
        <p:spPr>
          <a:xfrm>
            <a:off x="850392" y="2743200"/>
            <a:ext cx="2514600" cy="1828800"/>
          </a:xfrm>
          <a:prstGeom prst="flowChartSummingJunc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FLOWCHART_TERMINATOR</a:t>
            </a:r>
          </a:p>
        </p:txBody>
      </p:sp>
      <p:sp>
        <p:nvSpPr>
          <p:cNvPr id="3" name="Terminator 2"/>
          <p:cNvSpPr/>
          <p:nvPr/>
        </p:nvSpPr>
        <p:spPr>
          <a:xfrm>
            <a:off x="850392" y="2743200"/>
            <a:ext cx="2514600" cy="1828800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FOLDED_CORNER</a:t>
            </a:r>
          </a:p>
        </p:txBody>
      </p:sp>
      <p:sp>
        <p:nvSpPr>
          <p:cNvPr id="3" name="Folded Corner 2"/>
          <p:cNvSpPr/>
          <p:nvPr/>
        </p:nvSpPr>
        <p:spPr>
          <a:xfrm>
            <a:off x="850392" y="2743200"/>
            <a:ext cx="2514600" cy="1828800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</a:t>
            </a:r>
          </a:p>
        </p:txBody>
      </p:sp>
      <p:sp>
        <p:nvSpPr>
          <p:cNvPr id="3" name="Frame 2"/>
          <p:cNvSpPr/>
          <p:nvPr/>
        </p:nvSpPr>
        <p:spPr>
          <a:xfrm>
            <a:off x="850392" y="2743200"/>
            <a:ext cx="2514600" cy="1828800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FUNNEL</a:t>
            </a:r>
          </a:p>
        </p:txBody>
      </p:sp>
      <p:sp>
        <p:nvSpPr>
          <p:cNvPr id="3" name="Funnel 2"/>
          <p:cNvSpPr/>
          <p:nvPr/>
        </p:nvSpPr>
        <p:spPr>
          <a:xfrm>
            <a:off x="850392" y="2743200"/>
            <a:ext cx="2514600" cy="1828800"/>
          </a:xfrm>
          <a:prstGeom prst="funne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GEAR_6</a:t>
            </a:r>
          </a:p>
        </p:txBody>
      </p:sp>
      <p:sp>
        <p:nvSpPr>
          <p:cNvPr id="3" name="Gear 6 2"/>
          <p:cNvSpPr/>
          <p:nvPr/>
        </p:nvSpPr>
        <p:spPr>
          <a:xfrm>
            <a:off x="850392" y="2743200"/>
            <a:ext cx="2514600" cy="1828800"/>
          </a:xfrm>
          <a:prstGeom prst="gear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GEAR_9</a:t>
            </a:r>
          </a:p>
        </p:txBody>
      </p:sp>
      <p:sp>
        <p:nvSpPr>
          <p:cNvPr id="3" name="Gear 9 2"/>
          <p:cNvSpPr/>
          <p:nvPr/>
        </p:nvSpPr>
        <p:spPr>
          <a:xfrm>
            <a:off x="850392" y="2743200"/>
            <a:ext cx="2514600" cy="1828800"/>
          </a:xfrm>
          <a:prstGeom prst="gear9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HALF_FRAME</a:t>
            </a:r>
          </a:p>
        </p:txBody>
      </p:sp>
      <p:sp>
        <p:nvSpPr>
          <p:cNvPr id="3" name="Half Frame 2"/>
          <p:cNvSpPr/>
          <p:nvPr/>
        </p:nvSpPr>
        <p:spPr>
          <a:xfrm>
            <a:off x="850392" y="2743200"/>
            <a:ext cx="2514600" cy="1828800"/>
          </a:xfrm>
          <a:prstGeom prst="half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HEART</a:t>
            </a:r>
          </a:p>
        </p:txBody>
      </p:sp>
      <p:sp>
        <p:nvSpPr>
          <p:cNvPr id="3" name="Heart 2"/>
          <p:cNvSpPr/>
          <p:nvPr/>
        </p:nvSpPr>
        <p:spPr>
          <a:xfrm>
            <a:off x="850392" y="2743200"/>
            <a:ext cx="2514600" cy="1828800"/>
          </a:xfrm>
          <a:prstGeom prst="hea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HEPTAGON</a:t>
            </a:r>
          </a:p>
        </p:txBody>
      </p:sp>
      <p:sp>
        <p:nvSpPr>
          <p:cNvPr id="3" name="Heptagon 2"/>
          <p:cNvSpPr/>
          <p:nvPr/>
        </p:nvSpPr>
        <p:spPr>
          <a:xfrm>
            <a:off x="850392" y="2743200"/>
            <a:ext cx="2514600" cy="1828800"/>
          </a:xfrm>
          <a:prstGeom prst="hep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HEXAGON</a:t>
            </a:r>
          </a:p>
        </p:txBody>
      </p:sp>
      <p:sp>
        <p:nvSpPr>
          <p:cNvPr id="3" name="Hexagon 2"/>
          <p:cNvSpPr/>
          <p:nvPr/>
        </p:nvSpPr>
        <p:spPr>
          <a:xfrm>
            <a:off x="850392" y="2743200"/>
            <a:ext cx="2514600" cy="18288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HORIZONTAL_SCROLL</a:t>
            </a:r>
          </a:p>
        </p:txBody>
      </p:sp>
      <p:sp>
        <p:nvSpPr>
          <p:cNvPr id="3" name="Horizontal Scroll 2"/>
          <p:cNvSpPr/>
          <p:nvPr/>
        </p:nvSpPr>
        <p:spPr>
          <a:xfrm>
            <a:off x="850392" y="2743200"/>
            <a:ext cx="2514600" cy="1828800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ISOSCELES_TRIANGLE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850392" y="2743200"/>
            <a:ext cx="2514600" cy="18288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LEFT_ARROW</a:t>
            </a:r>
          </a:p>
        </p:txBody>
      </p:sp>
      <p:sp>
        <p:nvSpPr>
          <p:cNvPr id="3" name="Left Arrow 2"/>
          <p:cNvSpPr/>
          <p:nvPr/>
        </p:nvSpPr>
        <p:spPr>
          <a:xfrm>
            <a:off x="850392" y="2743200"/>
            <a:ext cx="2514600" cy="18288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LEFT_ARROW_CALLOUT</a:t>
            </a:r>
          </a:p>
        </p:txBody>
      </p:sp>
      <p:sp>
        <p:nvSpPr>
          <p:cNvPr id="3" name="Left Arrow Callout 2"/>
          <p:cNvSpPr/>
          <p:nvPr/>
        </p:nvSpPr>
        <p:spPr>
          <a:xfrm>
            <a:off x="850392" y="2743200"/>
            <a:ext cx="2514600" cy="1828800"/>
          </a:xfrm>
          <a:prstGeom prst="lef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LEFT_BRACE</a:t>
            </a:r>
          </a:p>
        </p:txBody>
      </p:sp>
      <p:sp>
        <p:nvSpPr>
          <p:cNvPr id="3" name="Left Brace 2"/>
          <p:cNvSpPr/>
          <p:nvPr/>
        </p:nvSpPr>
        <p:spPr>
          <a:xfrm>
            <a:off x="850392" y="2743200"/>
            <a:ext cx="2514600" cy="1828800"/>
          </a:xfrm>
          <a:prstGeom prst="lef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LEFT_BRACKET</a:t>
            </a:r>
          </a:p>
        </p:txBody>
      </p:sp>
      <p:sp>
        <p:nvSpPr>
          <p:cNvPr id="3" name="Left Bracket 2"/>
          <p:cNvSpPr/>
          <p:nvPr/>
        </p:nvSpPr>
        <p:spPr>
          <a:xfrm>
            <a:off x="850392" y="2743200"/>
            <a:ext cx="2514600" cy="1828800"/>
          </a:xfrm>
          <a:prstGeom prst="leftBracke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LEFT_CIRCULAR_ARROW</a:t>
            </a:r>
          </a:p>
        </p:txBody>
      </p:sp>
      <p:sp>
        <p:nvSpPr>
          <p:cNvPr id="3" name="Left Circular Arrow 2"/>
          <p:cNvSpPr/>
          <p:nvPr/>
        </p:nvSpPr>
        <p:spPr>
          <a:xfrm>
            <a:off x="850392" y="2743200"/>
            <a:ext cx="2514600" cy="1828800"/>
          </a:xfrm>
          <a:prstGeom prst="left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LEFT_RIGHT_ARROW</a:t>
            </a:r>
          </a:p>
        </p:txBody>
      </p:sp>
      <p:sp>
        <p:nvSpPr>
          <p:cNvPr id="3" name="Left-Right Arrow 2"/>
          <p:cNvSpPr/>
          <p:nvPr/>
        </p:nvSpPr>
        <p:spPr>
          <a:xfrm>
            <a:off x="850392" y="2743200"/>
            <a:ext cx="2514600" cy="1828800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LEFT_RIGHT_ARROW_CALLOUT</a:t>
            </a:r>
          </a:p>
        </p:txBody>
      </p:sp>
      <p:sp>
        <p:nvSpPr>
          <p:cNvPr id="3" name="Left-Right Arrow Callout 2"/>
          <p:cNvSpPr/>
          <p:nvPr/>
        </p:nvSpPr>
        <p:spPr>
          <a:xfrm>
            <a:off x="850392" y="2743200"/>
            <a:ext cx="2514600" cy="1828800"/>
          </a:xfrm>
          <a:prstGeom prst="leftRigh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LEFT_RIGHT_CIRCULAR_ARROW</a:t>
            </a:r>
          </a:p>
        </p:txBody>
      </p:sp>
      <p:sp>
        <p:nvSpPr>
          <p:cNvPr id="3" name="Left Right Circular Arrow 2"/>
          <p:cNvSpPr/>
          <p:nvPr/>
        </p:nvSpPr>
        <p:spPr>
          <a:xfrm>
            <a:off x="850392" y="2743200"/>
            <a:ext cx="2514600" cy="1828800"/>
          </a:xfrm>
          <a:prstGeom prst="leftRight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LEFT_RIGHT_RIBBON</a:t>
            </a:r>
          </a:p>
        </p:txBody>
      </p:sp>
      <p:sp>
        <p:nvSpPr>
          <p:cNvPr id="3" name="Left Right Ribbon 2"/>
          <p:cNvSpPr/>
          <p:nvPr/>
        </p:nvSpPr>
        <p:spPr>
          <a:xfrm>
            <a:off x="850392" y="2743200"/>
            <a:ext cx="2514600" cy="1828800"/>
          </a:xfrm>
          <a:prstGeom prst="leftRight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LEFT_RIGHT_UP_ARROW</a:t>
            </a:r>
          </a:p>
        </p:txBody>
      </p:sp>
      <p:sp>
        <p:nvSpPr>
          <p:cNvPr id="3" name="Left-Right-Up Arrow 2"/>
          <p:cNvSpPr/>
          <p:nvPr/>
        </p:nvSpPr>
        <p:spPr>
          <a:xfrm>
            <a:off x="850392" y="2743200"/>
            <a:ext cx="2514600" cy="1828800"/>
          </a:xfrm>
          <a:prstGeom prst="leftRigh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LEFT_UP_ARROW</a:t>
            </a:r>
          </a:p>
        </p:txBody>
      </p:sp>
      <p:sp>
        <p:nvSpPr>
          <p:cNvPr id="3" name="Left-Up Arrow 2"/>
          <p:cNvSpPr/>
          <p:nvPr/>
        </p:nvSpPr>
        <p:spPr>
          <a:xfrm>
            <a:off x="850392" y="2743200"/>
            <a:ext cx="2514600" cy="1828800"/>
          </a:xfrm>
          <a:prstGeom prst="lef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LIGHTNING_BOLT</a:t>
            </a:r>
          </a:p>
        </p:txBody>
      </p:sp>
      <p:sp>
        <p:nvSpPr>
          <p:cNvPr id="3" name="Lightning Bolt 2"/>
          <p:cNvSpPr/>
          <p:nvPr/>
        </p:nvSpPr>
        <p:spPr>
          <a:xfrm>
            <a:off x="850392" y="2743200"/>
            <a:ext cx="2514600" cy="1828800"/>
          </a:xfrm>
          <a:prstGeom prst="lightningBol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LINE_CALLOUT_1</a:t>
            </a:r>
          </a:p>
        </p:txBody>
      </p:sp>
      <p:sp>
        <p:nvSpPr>
          <p:cNvPr id="3" name="Line Callout 1 2"/>
          <p:cNvSpPr/>
          <p:nvPr/>
        </p:nvSpPr>
        <p:spPr>
          <a:xfrm>
            <a:off x="850392" y="2743200"/>
            <a:ext cx="2514600" cy="1828800"/>
          </a:xfrm>
          <a:prstGeom prst="border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LINE_CALLOUT_1_ACCENT_BAR</a:t>
            </a:r>
          </a:p>
        </p:txBody>
      </p:sp>
      <p:sp>
        <p:nvSpPr>
          <p:cNvPr id="3" name="Line Callout 1 (Accent Bar) 2"/>
          <p:cNvSpPr/>
          <p:nvPr/>
        </p:nvSpPr>
        <p:spPr>
          <a:xfrm>
            <a:off x="850392" y="2743200"/>
            <a:ext cx="2514600" cy="1828800"/>
          </a:xfrm>
          <a:prstGeom prst="accent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LINE_CALLOUT_1_BORDER_AND_ACCENT_BAR</a:t>
            </a:r>
          </a:p>
        </p:txBody>
      </p:sp>
      <p:sp>
        <p:nvSpPr>
          <p:cNvPr id="3" name="Line Callout 1 (Border and Accent Bar) 2"/>
          <p:cNvSpPr/>
          <p:nvPr/>
        </p:nvSpPr>
        <p:spPr>
          <a:xfrm>
            <a:off x="850392" y="2743200"/>
            <a:ext cx="2514600" cy="1828800"/>
          </a:xfrm>
          <a:prstGeom prst="accentBorder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LINE_CALLOUT_1_NO_BORDER</a:t>
            </a:r>
          </a:p>
        </p:txBody>
      </p:sp>
      <p:sp>
        <p:nvSpPr>
          <p:cNvPr id="3" name="Line Callout 1 (No Border) 2"/>
          <p:cNvSpPr/>
          <p:nvPr/>
        </p:nvSpPr>
        <p:spPr>
          <a:xfrm>
            <a:off x="850392" y="2743200"/>
            <a:ext cx="2514600" cy="1828800"/>
          </a:xfrm>
          <a:prstGeom prst="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LINE_CALLOUT_2</a:t>
            </a:r>
          </a:p>
        </p:txBody>
      </p:sp>
      <p:sp>
        <p:nvSpPr>
          <p:cNvPr id="3" name="Line Callout 2 2"/>
          <p:cNvSpPr/>
          <p:nvPr/>
        </p:nvSpPr>
        <p:spPr>
          <a:xfrm>
            <a:off x="850392" y="2743200"/>
            <a:ext cx="2514600" cy="1828800"/>
          </a:xfrm>
          <a:prstGeom prst="border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LINE_CALLOUT_2_ACCENT_BAR</a:t>
            </a:r>
          </a:p>
        </p:txBody>
      </p:sp>
      <p:sp>
        <p:nvSpPr>
          <p:cNvPr id="3" name="Line Callout 2 (Accent Bar) 2"/>
          <p:cNvSpPr/>
          <p:nvPr/>
        </p:nvSpPr>
        <p:spPr>
          <a:xfrm>
            <a:off x="850392" y="2743200"/>
            <a:ext cx="2514600" cy="1828800"/>
          </a:xfrm>
          <a:prstGeom prst="accent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LINE_CALLOUT_2_BORDER_AND_ACCENT_BAR</a:t>
            </a:r>
          </a:p>
        </p:txBody>
      </p:sp>
      <p:sp>
        <p:nvSpPr>
          <p:cNvPr id="3" name="Line Callout 2 (Border and Accent Bar) 2"/>
          <p:cNvSpPr/>
          <p:nvPr/>
        </p:nvSpPr>
        <p:spPr>
          <a:xfrm>
            <a:off x="850392" y="2743200"/>
            <a:ext cx="2514600" cy="1828800"/>
          </a:xfrm>
          <a:prstGeom prst="accentBorder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LINE_CALLOUT_2_NO_BORDER</a:t>
            </a:r>
          </a:p>
        </p:txBody>
      </p:sp>
      <p:sp>
        <p:nvSpPr>
          <p:cNvPr id="3" name="Line Callout 2 (No Border) 2"/>
          <p:cNvSpPr/>
          <p:nvPr/>
        </p:nvSpPr>
        <p:spPr>
          <a:xfrm>
            <a:off x="850392" y="2743200"/>
            <a:ext cx="2514600" cy="1828800"/>
          </a:xfrm>
          <a:prstGeom prst="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LINE_CALLOUT_3</a:t>
            </a:r>
          </a:p>
        </p:txBody>
      </p:sp>
      <p:sp>
        <p:nvSpPr>
          <p:cNvPr id="3" name="Line Callout 3 2"/>
          <p:cNvSpPr/>
          <p:nvPr/>
        </p:nvSpPr>
        <p:spPr>
          <a:xfrm>
            <a:off x="850392" y="2743200"/>
            <a:ext cx="2514600" cy="1828800"/>
          </a:xfrm>
          <a:prstGeom prst="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LINE_CALLOUT_3_ACCENT_BAR</a:t>
            </a:r>
          </a:p>
        </p:txBody>
      </p:sp>
      <p:sp>
        <p:nvSpPr>
          <p:cNvPr id="3" name="Line Callout 3 (Accent Bar) 2"/>
          <p:cNvSpPr/>
          <p:nvPr/>
        </p:nvSpPr>
        <p:spPr>
          <a:xfrm>
            <a:off x="850392" y="2743200"/>
            <a:ext cx="2514600" cy="1828800"/>
          </a:xfrm>
          <a:prstGeom prst="accent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LINE_CALLOUT_3_BORDER_AND_ACCENT_BAR</a:t>
            </a:r>
          </a:p>
        </p:txBody>
      </p:sp>
      <p:sp>
        <p:nvSpPr>
          <p:cNvPr id="3" name="Line Callout 3 (Border and Accent Bar) 2"/>
          <p:cNvSpPr/>
          <p:nvPr/>
        </p:nvSpPr>
        <p:spPr>
          <a:xfrm>
            <a:off x="850392" y="2743200"/>
            <a:ext cx="2514600" cy="1828800"/>
          </a:xfrm>
          <a:prstGeom prst="accent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LINE_CALLOUT_3_NO_BORDER</a:t>
            </a:r>
          </a:p>
        </p:txBody>
      </p:sp>
      <p:sp>
        <p:nvSpPr>
          <p:cNvPr id="3" name="Line Callout 3 (No Border) 2"/>
          <p:cNvSpPr/>
          <p:nvPr/>
        </p:nvSpPr>
        <p:spPr>
          <a:xfrm>
            <a:off x="850392" y="2743200"/>
            <a:ext cx="2514600" cy="1828800"/>
          </a:xfrm>
          <a:prstGeom prst="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LINE_CALLOUT_4</a:t>
            </a:r>
          </a:p>
        </p:txBody>
      </p:sp>
      <p:sp>
        <p:nvSpPr>
          <p:cNvPr id="3" name="Line Callout 3 2"/>
          <p:cNvSpPr/>
          <p:nvPr/>
        </p:nvSpPr>
        <p:spPr>
          <a:xfrm>
            <a:off x="850392" y="2743200"/>
            <a:ext cx="2514600" cy="1828800"/>
          </a:xfrm>
          <a:prstGeom prst="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LINE_CALLOUT_4_ACCENT_BAR</a:t>
            </a:r>
          </a:p>
        </p:txBody>
      </p:sp>
      <p:sp>
        <p:nvSpPr>
          <p:cNvPr id="3" name="Line Callout 3 (Accent Bar) 2"/>
          <p:cNvSpPr/>
          <p:nvPr/>
        </p:nvSpPr>
        <p:spPr>
          <a:xfrm>
            <a:off x="850392" y="2743200"/>
            <a:ext cx="2514600" cy="1828800"/>
          </a:xfrm>
          <a:prstGeom prst="accent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LINE_CALLOUT_4_BORDER_AND_ACCENT_BAR</a:t>
            </a:r>
          </a:p>
        </p:txBody>
      </p:sp>
      <p:sp>
        <p:nvSpPr>
          <p:cNvPr id="3" name="Line Callout 3 (Border and Accent Bar) 2"/>
          <p:cNvSpPr/>
          <p:nvPr/>
        </p:nvSpPr>
        <p:spPr>
          <a:xfrm>
            <a:off x="850392" y="2743200"/>
            <a:ext cx="2514600" cy="1828800"/>
          </a:xfrm>
          <a:prstGeom prst="accent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LINE_CALLOUT_4_NO_BORDER</a:t>
            </a:r>
          </a:p>
        </p:txBody>
      </p:sp>
      <p:sp>
        <p:nvSpPr>
          <p:cNvPr id="3" name="Line Callout 3 (No Border) 2"/>
          <p:cNvSpPr/>
          <p:nvPr/>
        </p:nvSpPr>
        <p:spPr>
          <a:xfrm>
            <a:off x="850392" y="2743200"/>
            <a:ext cx="2514600" cy="1828800"/>
          </a:xfrm>
          <a:prstGeom prst="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LINE_INVERSE</a:t>
            </a:r>
          </a:p>
        </p:txBody>
      </p:sp>
      <p:sp>
        <p:nvSpPr>
          <p:cNvPr id="3" name="Straight Connector 2"/>
          <p:cNvSpPr/>
          <p:nvPr/>
        </p:nvSpPr>
        <p:spPr>
          <a:xfrm>
            <a:off x="850392" y="2743200"/>
            <a:ext cx="2514600" cy="1828800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MATH_DIVIDE</a:t>
            </a:r>
          </a:p>
        </p:txBody>
      </p:sp>
      <p:sp>
        <p:nvSpPr>
          <p:cNvPr id="3" name="Division 2"/>
          <p:cNvSpPr/>
          <p:nvPr/>
        </p:nvSpPr>
        <p:spPr>
          <a:xfrm>
            <a:off x="850392" y="2743200"/>
            <a:ext cx="2514600" cy="1828800"/>
          </a:xfrm>
          <a:prstGeom prst="mathDivid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MATH_EQUAL</a:t>
            </a:r>
          </a:p>
        </p:txBody>
      </p:sp>
      <p:sp>
        <p:nvSpPr>
          <p:cNvPr id="3" name="Equal 2"/>
          <p:cNvSpPr/>
          <p:nvPr/>
        </p:nvSpPr>
        <p:spPr>
          <a:xfrm>
            <a:off x="850392" y="2743200"/>
            <a:ext cx="2514600" cy="1828800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MATH_MINUS</a:t>
            </a:r>
          </a:p>
        </p:txBody>
      </p:sp>
      <p:sp>
        <p:nvSpPr>
          <p:cNvPr id="3" name="Minus 2"/>
          <p:cNvSpPr/>
          <p:nvPr/>
        </p:nvSpPr>
        <p:spPr>
          <a:xfrm>
            <a:off x="850392" y="2743200"/>
            <a:ext cx="2514600" cy="1828800"/>
          </a:xfrm>
          <a:prstGeom prst="mathMin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MATH_MULTIPLY</a:t>
            </a:r>
          </a:p>
        </p:txBody>
      </p:sp>
      <p:sp>
        <p:nvSpPr>
          <p:cNvPr id="3" name="Multiply 2"/>
          <p:cNvSpPr/>
          <p:nvPr/>
        </p:nvSpPr>
        <p:spPr>
          <a:xfrm>
            <a:off x="850392" y="2743200"/>
            <a:ext cx="2514600" cy="1828800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MATH_NOT_EQUAL</a:t>
            </a:r>
          </a:p>
        </p:txBody>
      </p:sp>
      <p:sp>
        <p:nvSpPr>
          <p:cNvPr id="3" name="Not Equal 2"/>
          <p:cNvSpPr/>
          <p:nvPr/>
        </p:nvSpPr>
        <p:spPr>
          <a:xfrm>
            <a:off x="850392" y="2743200"/>
            <a:ext cx="2514600" cy="1828800"/>
          </a:xfrm>
          <a:prstGeom prst="mathNot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MATH_PLUS</a:t>
            </a:r>
          </a:p>
        </p:txBody>
      </p:sp>
      <p:sp>
        <p:nvSpPr>
          <p:cNvPr id="3" name="Plus 2"/>
          <p:cNvSpPr/>
          <p:nvPr/>
        </p:nvSpPr>
        <p:spPr>
          <a:xfrm>
            <a:off x="850392" y="2743200"/>
            <a:ext cx="2514600" cy="1828800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MOON</a:t>
            </a:r>
          </a:p>
        </p:txBody>
      </p:sp>
      <p:sp>
        <p:nvSpPr>
          <p:cNvPr id="3" name="Moon 2"/>
          <p:cNvSpPr/>
          <p:nvPr/>
        </p:nvSpPr>
        <p:spPr>
          <a:xfrm>
            <a:off x="850392" y="2743200"/>
            <a:ext cx="2514600" cy="1828800"/>
          </a:xfrm>
          <a:prstGeom prst="mo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NON_ISOSCELES_TRAPEZOID</a:t>
            </a:r>
          </a:p>
        </p:txBody>
      </p:sp>
      <p:sp>
        <p:nvSpPr>
          <p:cNvPr id="3" name="Non-isosceles Trapezoid 2"/>
          <p:cNvSpPr/>
          <p:nvPr/>
        </p:nvSpPr>
        <p:spPr>
          <a:xfrm>
            <a:off x="850392" y="2743200"/>
            <a:ext cx="2514600" cy="1828800"/>
          </a:xfrm>
          <a:prstGeom prst="nonIsosceles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NOTCHED_RIGHT_ARROW</a:t>
            </a:r>
          </a:p>
        </p:txBody>
      </p:sp>
      <p:sp>
        <p:nvSpPr>
          <p:cNvPr id="3" name="Notched Right Arrow 2"/>
          <p:cNvSpPr/>
          <p:nvPr/>
        </p:nvSpPr>
        <p:spPr>
          <a:xfrm>
            <a:off x="850392" y="2743200"/>
            <a:ext cx="2514600" cy="1828800"/>
          </a:xfrm>
          <a:prstGeom prst="notch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NO_SYMBOL</a:t>
            </a:r>
          </a:p>
        </p:txBody>
      </p:sp>
      <p:sp>
        <p:nvSpPr>
          <p:cNvPr id="3" name="&quot;No&quot; Symbol 2"/>
          <p:cNvSpPr/>
          <p:nvPr/>
        </p:nvSpPr>
        <p:spPr>
          <a:xfrm>
            <a:off x="850392" y="2743200"/>
            <a:ext cx="2514600" cy="1828800"/>
          </a:xfrm>
          <a:prstGeom prst="noSmoking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OCTAGON</a:t>
            </a:r>
          </a:p>
        </p:txBody>
      </p:sp>
      <p:sp>
        <p:nvSpPr>
          <p:cNvPr id="3" name="Octagon 2"/>
          <p:cNvSpPr/>
          <p:nvPr/>
        </p:nvSpPr>
        <p:spPr>
          <a:xfrm>
            <a:off x="850392" y="2743200"/>
            <a:ext cx="2514600" cy="1828800"/>
          </a:xfrm>
          <a:prstGeom prst="oc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OVAL</a:t>
            </a:r>
          </a:p>
        </p:txBody>
      </p:sp>
      <p:sp>
        <p:nvSpPr>
          <p:cNvPr id="3" name="Oval 2"/>
          <p:cNvSpPr/>
          <p:nvPr/>
        </p:nvSpPr>
        <p:spPr>
          <a:xfrm>
            <a:off x="850392" y="2743200"/>
            <a:ext cx="25146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OVAL_CALLOUT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850392" y="2743200"/>
            <a:ext cx="2514600" cy="1828800"/>
          </a:xfrm>
          <a:prstGeom prst="wedgeEllipse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PARALLELOGRAM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850392" y="2743200"/>
            <a:ext cx="2514600" cy="1828800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PENTAGON</a:t>
            </a:r>
          </a:p>
        </p:txBody>
      </p:sp>
      <p:sp>
        <p:nvSpPr>
          <p:cNvPr id="3" name="Pentagon 2"/>
          <p:cNvSpPr/>
          <p:nvPr/>
        </p:nvSpPr>
        <p:spPr>
          <a:xfrm>
            <a:off x="850392" y="2743200"/>
            <a:ext cx="2514600" cy="182880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</a:t>
            </a:r>
          </a:p>
        </p:txBody>
      </p:sp>
      <p:sp>
        <p:nvSpPr>
          <p:cNvPr id="3" name="Pie 2"/>
          <p:cNvSpPr/>
          <p:nvPr/>
        </p:nvSpPr>
        <p:spPr>
          <a:xfrm>
            <a:off x="850392" y="2743200"/>
            <a:ext cx="2514600" cy="1828800"/>
          </a:xfrm>
          <a:prstGeom prst="p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PIE_WEDGE</a:t>
            </a:r>
          </a:p>
        </p:txBody>
      </p:sp>
      <p:sp>
        <p:nvSpPr>
          <p:cNvPr id="3" name="Pie 2"/>
          <p:cNvSpPr/>
          <p:nvPr/>
        </p:nvSpPr>
        <p:spPr>
          <a:xfrm>
            <a:off x="850392" y="2743200"/>
            <a:ext cx="2514600" cy="1828800"/>
          </a:xfrm>
          <a:prstGeom prst="pieWed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PLAQUE</a:t>
            </a:r>
          </a:p>
        </p:txBody>
      </p:sp>
      <p:sp>
        <p:nvSpPr>
          <p:cNvPr id="3" name="Plaque 2"/>
          <p:cNvSpPr/>
          <p:nvPr/>
        </p:nvSpPr>
        <p:spPr>
          <a:xfrm>
            <a:off x="850392" y="2743200"/>
            <a:ext cx="2514600" cy="1828800"/>
          </a:xfrm>
          <a:prstGeom prst="plaqu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PLAQUE_TABS</a:t>
            </a:r>
          </a:p>
        </p:txBody>
      </p:sp>
      <p:sp>
        <p:nvSpPr>
          <p:cNvPr id="3" name="Plaque Tabs 2"/>
          <p:cNvSpPr/>
          <p:nvPr/>
        </p:nvSpPr>
        <p:spPr>
          <a:xfrm>
            <a:off x="850392" y="2743200"/>
            <a:ext cx="2514600" cy="1828800"/>
          </a:xfrm>
          <a:prstGeom prst="plaque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QUAD_ARROW</a:t>
            </a:r>
          </a:p>
        </p:txBody>
      </p:sp>
      <p:sp>
        <p:nvSpPr>
          <p:cNvPr id="3" name="Quad Arrow 2"/>
          <p:cNvSpPr/>
          <p:nvPr/>
        </p:nvSpPr>
        <p:spPr>
          <a:xfrm>
            <a:off x="850392" y="2743200"/>
            <a:ext cx="2514600" cy="1828800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QUAD_ARROW_CALLOUT</a:t>
            </a:r>
          </a:p>
        </p:txBody>
      </p:sp>
      <p:sp>
        <p:nvSpPr>
          <p:cNvPr id="3" name="Quad Arrow Callout 2"/>
          <p:cNvSpPr/>
          <p:nvPr/>
        </p:nvSpPr>
        <p:spPr>
          <a:xfrm>
            <a:off x="850392" y="2743200"/>
            <a:ext cx="2514600" cy="1828800"/>
          </a:xfrm>
          <a:prstGeom prst="quad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RECTANGLE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2743200"/>
            <a:ext cx="2514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RECTANGULAR_CALLOUT</a:t>
            </a:r>
          </a:p>
        </p:txBody>
      </p:sp>
      <p:sp>
        <p:nvSpPr>
          <p:cNvPr id="3" name="Rectangular Callout 2"/>
          <p:cNvSpPr/>
          <p:nvPr/>
        </p:nvSpPr>
        <p:spPr>
          <a:xfrm>
            <a:off x="850392" y="2743200"/>
            <a:ext cx="2514600" cy="1828800"/>
          </a:xfrm>
          <a:prstGeom prst="wedge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REGULAR_PENTAGON</a:t>
            </a:r>
          </a:p>
        </p:txBody>
      </p:sp>
      <p:sp>
        <p:nvSpPr>
          <p:cNvPr id="3" name="Regular Pentagon 2"/>
          <p:cNvSpPr/>
          <p:nvPr/>
        </p:nvSpPr>
        <p:spPr>
          <a:xfrm>
            <a:off x="850392" y="2743200"/>
            <a:ext cx="2514600" cy="1828800"/>
          </a:xfrm>
          <a:prstGeom prst="pen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RIGHT_ARROW</a:t>
            </a:r>
          </a:p>
        </p:txBody>
      </p:sp>
      <p:sp>
        <p:nvSpPr>
          <p:cNvPr id="3" name="Right Arrow 2"/>
          <p:cNvSpPr/>
          <p:nvPr/>
        </p:nvSpPr>
        <p:spPr>
          <a:xfrm>
            <a:off x="850392" y="2743200"/>
            <a:ext cx="2514600" cy="1828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RIGHT_ARROW_CALLOUT</a:t>
            </a:r>
          </a:p>
        </p:txBody>
      </p:sp>
      <p:sp>
        <p:nvSpPr>
          <p:cNvPr id="3" name="Right Arrow Callout 2"/>
          <p:cNvSpPr/>
          <p:nvPr/>
        </p:nvSpPr>
        <p:spPr>
          <a:xfrm>
            <a:off x="850392" y="2743200"/>
            <a:ext cx="2514600" cy="1828800"/>
          </a:xfrm>
          <a:prstGeom prst="righ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RIGHT_BRACE</a:t>
            </a:r>
          </a:p>
        </p:txBody>
      </p:sp>
      <p:sp>
        <p:nvSpPr>
          <p:cNvPr id="3" name="Right Brace 2"/>
          <p:cNvSpPr/>
          <p:nvPr/>
        </p:nvSpPr>
        <p:spPr>
          <a:xfrm>
            <a:off x="850392" y="2743200"/>
            <a:ext cx="2514600" cy="1828800"/>
          </a:xfrm>
          <a:prstGeom prst="righ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RIGHT_BRACKET</a:t>
            </a:r>
          </a:p>
        </p:txBody>
      </p:sp>
      <p:sp>
        <p:nvSpPr>
          <p:cNvPr id="3" name="Right Bracket 2"/>
          <p:cNvSpPr/>
          <p:nvPr/>
        </p:nvSpPr>
        <p:spPr>
          <a:xfrm>
            <a:off x="850392" y="2743200"/>
            <a:ext cx="2514600" cy="1828800"/>
          </a:xfrm>
          <a:prstGeom prst="rightBracke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RIGHT_TRIANGLE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850392" y="2743200"/>
            <a:ext cx="2514600" cy="1828800"/>
          </a:xfrm>
          <a:prstGeom prst="rt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ROUNDED_RECTANGLE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0392" y="2743200"/>
            <a:ext cx="2514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ROUNDED_RECTANGULAR_CALLOUT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850392" y="2743200"/>
            <a:ext cx="2514600" cy="1828800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ROUND_1_RECTANGLE</a:t>
            </a:r>
          </a:p>
        </p:txBody>
      </p:sp>
      <p:sp>
        <p:nvSpPr>
          <p:cNvPr id="3" name="Round Single Corner Rectangle 2"/>
          <p:cNvSpPr/>
          <p:nvPr/>
        </p:nvSpPr>
        <p:spPr>
          <a:xfrm>
            <a:off x="850392" y="2743200"/>
            <a:ext cx="2514600" cy="1828800"/>
          </a:xfrm>
          <a:prstGeom prst="round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ROUND_2_DIAG_RECTANGLE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850392" y="2743200"/>
            <a:ext cx="2514600" cy="1828800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ROUND_2_SAME_RECTANGLE</a:t>
            </a:r>
          </a:p>
        </p:txBody>
      </p:sp>
      <p:sp>
        <p:nvSpPr>
          <p:cNvPr id="3" name="Round Same Side Corner Rectangle 2"/>
          <p:cNvSpPr/>
          <p:nvPr/>
        </p:nvSpPr>
        <p:spPr>
          <a:xfrm>
            <a:off x="850392" y="2743200"/>
            <a:ext cx="2514600" cy="1828800"/>
          </a:xfrm>
          <a:prstGeom prst="round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SMILEY_FACE</a:t>
            </a:r>
          </a:p>
        </p:txBody>
      </p:sp>
      <p:sp>
        <p:nvSpPr>
          <p:cNvPr id="3" name="Smiley Face 2"/>
          <p:cNvSpPr/>
          <p:nvPr/>
        </p:nvSpPr>
        <p:spPr>
          <a:xfrm>
            <a:off x="850392" y="2743200"/>
            <a:ext cx="2514600" cy="1828800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SNIP_1_RECTANGLE</a:t>
            </a:r>
          </a:p>
        </p:txBody>
      </p:sp>
      <p:sp>
        <p:nvSpPr>
          <p:cNvPr id="3" name="Snip Single Corner Rectangle 2"/>
          <p:cNvSpPr/>
          <p:nvPr/>
        </p:nvSpPr>
        <p:spPr>
          <a:xfrm>
            <a:off x="850392" y="2743200"/>
            <a:ext cx="2514600" cy="1828800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SNIP_2_DIAG_RECTANGLE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850392" y="2743200"/>
            <a:ext cx="2514600" cy="1828800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SNIP_2_SAME_RECTANGLE</a:t>
            </a:r>
          </a:p>
        </p:txBody>
      </p:sp>
      <p:sp>
        <p:nvSpPr>
          <p:cNvPr id="3" name="Snip Same Side Corner Rectangle 2"/>
          <p:cNvSpPr/>
          <p:nvPr/>
        </p:nvSpPr>
        <p:spPr>
          <a:xfrm>
            <a:off x="850392" y="2743200"/>
            <a:ext cx="2514600" cy="1828800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SNIP_ROUND_RECTANGLE</a:t>
            </a:r>
          </a:p>
        </p:txBody>
      </p:sp>
      <p:sp>
        <p:nvSpPr>
          <p:cNvPr id="3" name="Snip and Round Single Corner Rectangle 2"/>
          <p:cNvSpPr/>
          <p:nvPr/>
        </p:nvSpPr>
        <p:spPr>
          <a:xfrm>
            <a:off x="850392" y="2743200"/>
            <a:ext cx="2514600" cy="1828800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SQUARE_TABS</a:t>
            </a:r>
          </a:p>
        </p:txBody>
      </p:sp>
      <p:sp>
        <p:nvSpPr>
          <p:cNvPr id="3" name="Square Tabs 2"/>
          <p:cNvSpPr/>
          <p:nvPr/>
        </p:nvSpPr>
        <p:spPr>
          <a:xfrm>
            <a:off x="850392" y="2743200"/>
            <a:ext cx="2514600" cy="1828800"/>
          </a:xfrm>
          <a:prstGeom prst="square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STAR_10_POINT</a:t>
            </a:r>
          </a:p>
        </p:txBody>
      </p:sp>
      <p:sp>
        <p:nvSpPr>
          <p:cNvPr id="3" name="10-Point Star 2"/>
          <p:cNvSpPr/>
          <p:nvPr/>
        </p:nvSpPr>
        <p:spPr>
          <a:xfrm>
            <a:off x="850392" y="2743200"/>
            <a:ext cx="2514600" cy="1828800"/>
          </a:xfrm>
          <a:prstGeom prst="star10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STAR_12_POINT</a:t>
            </a:r>
          </a:p>
        </p:txBody>
      </p:sp>
      <p:sp>
        <p:nvSpPr>
          <p:cNvPr id="3" name="12-Point Star 2"/>
          <p:cNvSpPr/>
          <p:nvPr/>
        </p:nvSpPr>
        <p:spPr>
          <a:xfrm>
            <a:off x="850392" y="2743200"/>
            <a:ext cx="2514600" cy="1828800"/>
          </a:xfrm>
          <a:prstGeom prst="star1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STAR_16_POINT</a:t>
            </a:r>
          </a:p>
        </p:txBody>
      </p:sp>
      <p:sp>
        <p:nvSpPr>
          <p:cNvPr id="3" name="16-Point Star 2"/>
          <p:cNvSpPr/>
          <p:nvPr/>
        </p:nvSpPr>
        <p:spPr>
          <a:xfrm>
            <a:off x="850392" y="2743200"/>
            <a:ext cx="2514600" cy="1828800"/>
          </a:xfrm>
          <a:prstGeom prst="star1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STAR_24_POINT</a:t>
            </a:r>
          </a:p>
        </p:txBody>
      </p:sp>
      <p:sp>
        <p:nvSpPr>
          <p:cNvPr id="3" name="24-Point Star 2"/>
          <p:cNvSpPr/>
          <p:nvPr/>
        </p:nvSpPr>
        <p:spPr>
          <a:xfrm>
            <a:off x="850392" y="2743200"/>
            <a:ext cx="2514600" cy="1828800"/>
          </a:xfrm>
          <a:prstGeom prst="star24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STAR_32_POINT</a:t>
            </a:r>
          </a:p>
        </p:txBody>
      </p:sp>
      <p:sp>
        <p:nvSpPr>
          <p:cNvPr id="3" name="32-Point Star 2"/>
          <p:cNvSpPr/>
          <p:nvPr/>
        </p:nvSpPr>
        <p:spPr>
          <a:xfrm>
            <a:off x="850392" y="2743200"/>
            <a:ext cx="2514600" cy="1828800"/>
          </a:xfrm>
          <a:prstGeom prst="star3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STAR_4_POINT</a:t>
            </a:r>
          </a:p>
        </p:txBody>
      </p:sp>
      <p:sp>
        <p:nvSpPr>
          <p:cNvPr id="3" name="4-Point Star 2"/>
          <p:cNvSpPr/>
          <p:nvPr/>
        </p:nvSpPr>
        <p:spPr>
          <a:xfrm>
            <a:off x="850392" y="2743200"/>
            <a:ext cx="2514600" cy="1828800"/>
          </a:xfrm>
          <a:prstGeom prst="star4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STAR_5_POINT</a:t>
            </a:r>
          </a:p>
        </p:txBody>
      </p:sp>
      <p:sp>
        <p:nvSpPr>
          <p:cNvPr id="3" name="5-Point Star 2"/>
          <p:cNvSpPr/>
          <p:nvPr/>
        </p:nvSpPr>
        <p:spPr>
          <a:xfrm>
            <a:off x="850392" y="2743200"/>
            <a:ext cx="2514600" cy="18288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STAR_6_POINT</a:t>
            </a:r>
          </a:p>
        </p:txBody>
      </p:sp>
      <p:sp>
        <p:nvSpPr>
          <p:cNvPr id="3" name="6-Point Star 2"/>
          <p:cNvSpPr/>
          <p:nvPr/>
        </p:nvSpPr>
        <p:spPr>
          <a:xfrm>
            <a:off x="850392" y="2743200"/>
            <a:ext cx="2514600" cy="1828800"/>
          </a:xfrm>
          <a:prstGeom prst="star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STAR_7_POINT</a:t>
            </a:r>
          </a:p>
        </p:txBody>
      </p:sp>
      <p:sp>
        <p:nvSpPr>
          <p:cNvPr id="3" name="7-Point Star 2"/>
          <p:cNvSpPr/>
          <p:nvPr/>
        </p:nvSpPr>
        <p:spPr>
          <a:xfrm>
            <a:off x="850392" y="2743200"/>
            <a:ext cx="2514600" cy="1828800"/>
          </a:xfrm>
          <a:prstGeom prst="star7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STAR_8_POINT</a:t>
            </a:r>
          </a:p>
        </p:txBody>
      </p:sp>
      <p:sp>
        <p:nvSpPr>
          <p:cNvPr id="3" name="8-Point Star 2"/>
          <p:cNvSpPr/>
          <p:nvPr/>
        </p:nvSpPr>
        <p:spPr>
          <a:xfrm>
            <a:off x="850392" y="2743200"/>
            <a:ext cx="2514600" cy="1828800"/>
          </a:xfrm>
          <a:prstGeom prst="star8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STRIPED_RIGHT_ARROW</a:t>
            </a:r>
          </a:p>
        </p:txBody>
      </p:sp>
      <p:sp>
        <p:nvSpPr>
          <p:cNvPr id="3" name="Striped Right Arrow 2"/>
          <p:cNvSpPr/>
          <p:nvPr/>
        </p:nvSpPr>
        <p:spPr>
          <a:xfrm>
            <a:off x="850392" y="2743200"/>
            <a:ext cx="2514600" cy="1828800"/>
          </a:xfrm>
          <a:prstGeom prst="strip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</a:t>
            </a:r>
          </a:p>
        </p:txBody>
      </p:sp>
      <p:sp>
        <p:nvSpPr>
          <p:cNvPr id="3" name="Sun 2"/>
          <p:cNvSpPr/>
          <p:nvPr/>
        </p:nvSpPr>
        <p:spPr>
          <a:xfrm>
            <a:off x="850392" y="2743200"/>
            <a:ext cx="2514600" cy="1828800"/>
          </a:xfrm>
          <a:prstGeom prst="su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SWOOSH_ARROW</a:t>
            </a:r>
          </a:p>
        </p:txBody>
      </p:sp>
      <p:sp>
        <p:nvSpPr>
          <p:cNvPr id="3" name="Swoosh Arrow 2"/>
          <p:cNvSpPr/>
          <p:nvPr/>
        </p:nvSpPr>
        <p:spPr>
          <a:xfrm>
            <a:off x="850392" y="2743200"/>
            <a:ext cx="2514600" cy="1828800"/>
          </a:xfrm>
          <a:prstGeom prst="swoosh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TEAR</a:t>
            </a:r>
          </a:p>
        </p:txBody>
      </p:sp>
      <p:sp>
        <p:nvSpPr>
          <p:cNvPr id="3" name="Teardrop 2"/>
          <p:cNvSpPr/>
          <p:nvPr/>
        </p:nvSpPr>
        <p:spPr>
          <a:xfrm>
            <a:off x="850392" y="2743200"/>
            <a:ext cx="2514600" cy="1828800"/>
          </a:xfrm>
          <a:prstGeom prst="teardrop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TRAPEZOID</a:t>
            </a:r>
          </a:p>
        </p:txBody>
      </p:sp>
      <p:sp>
        <p:nvSpPr>
          <p:cNvPr id="3" name="Trapezoid 2"/>
          <p:cNvSpPr/>
          <p:nvPr/>
        </p:nvSpPr>
        <p:spPr>
          <a:xfrm>
            <a:off x="850392" y="2743200"/>
            <a:ext cx="2514600" cy="1828800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UP_ARROW</a:t>
            </a:r>
          </a:p>
        </p:txBody>
      </p:sp>
      <p:sp>
        <p:nvSpPr>
          <p:cNvPr id="3" name="Up Arrow 2"/>
          <p:cNvSpPr/>
          <p:nvPr/>
        </p:nvSpPr>
        <p:spPr>
          <a:xfrm>
            <a:off x="850392" y="2743200"/>
            <a:ext cx="2514600" cy="182880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UP_ARROW_CALLOUT</a:t>
            </a:r>
          </a:p>
        </p:txBody>
      </p:sp>
      <p:sp>
        <p:nvSpPr>
          <p:cNvPr id="3" name="Up Arrow Callout 2"/>
          <p:cNvSpPr/>
          <p:nvPr/>
        </p:nvSpPr>
        <p:spPr>
          <a:xfrm>
            <a:off x="850392" y="2743200"/>
            <a:ext cx="2514600" cy="1828800"/>
          </a:xfrm>
          <a:prstGeom prst="up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UP_DOWN_ARROW</a:t>
            </a:r>
          </a:p>
        </p:txBody>
      </p:sp>
      <p:sp>
        <p:nvSpPr>
          <p:cNvPr id="3" name="Up-Down Arrow 2"/>
          <p:cNvSpPr/>
          <p:nvPr/>
        </p:nvSpPr>
        <p:spPr>
          <a:xfrm>
            <a:off x="850392" y="2743200"/>
            <a:ext cx="2514600" cy="1828800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UP_DOWN_ARROW_CALLOUT</a:t>
            </a:r>
          </a:p>
        </p:txBody>
      </p:sp>
      <p:sp>
        <p:nvSpPr>
          <p:cNvPr id="3" name="Up-Down Arrow Callout 2"/>
          <p:cNvSpPr/>
          <p:nvPr/>
        </p:nvSpPr>
        <p:spPr>
          <a:xfrm>
            <a:off x="850392" y="2743200"/>
            <a:ext cx="2514600" cy="1828800"/>
          </a:xfrm>
          <a:prstGeom prst="up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UP_RIBBON</a:t>
            </a:r>
          </a:p>
        </p:txBody>
      </p:sp>
      <p:sp>
        <p:nvSpPr>
          <p:cNvPr id="3" name="Up Ribbon 2"/>
          <p:cNvSpPr/>
          <p:nvPr/>
        </p:nvSpPr>
        <p:spPr>
          <a:xfrm>
            <a:off x="850392" y="2743200"/>
            <a:ext cx="2514600" cy="1828800"/>
          </a:xfrm>
          <a:prstGeom prst="ribbon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U_TURN_ARROW</a:t>
            </a:r>
          </a:p>
        </p:txBody>
      </p:sp>
      <p:sp>
        <p:nvSpPr>
          <p:cNvPr id="3" name="U-Turn Arrow 2"/>
          <p:cNvSpPr/>
          <p:nvPr/>
        </p:nvSpPr>
        <p:spPr>
          <a:xfrm>
            <a:off x="850392" y="2743200"/>
            <a:ext cx="2514600" cy="1828800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VERTICAL_SCROLL</a:t>
            </a:r>
          </a:p>
        </p:txBody>
      </p:sp>
      <p:sp>
        <p:nvSpPr>
          <p:cNvPr id="3" name="Vertical Scroll 2"/>
          <p:cNvSpPr/>
          <p:nvPr/>
        </p:nvSpPr>
        <p:spPr>
          <a:xfrm>
            <a:off x="850392" y="2743200"/>
            <a:ext cx="2514600" cy="1828800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</a:t>
            </a:r>
          </a:p>
        </p:txBody>
      </p:sp>
      <p:sp>
        <p:nvSpPr>
          <p:cNvPr id="3" name="Wave 2"/>
          <p:cNvSpPr/>
          <p:nvPr/>
        </p:nvSpPr>
        <p:spPr>
          <a:xfrm>
            <a:off x="850392" y="2743200"/>
            <a:ext cx="2514600" cy="1828800"/>
          </a:xfrm>
          <a:prstGeom prst="wav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