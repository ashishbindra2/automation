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world!!! 🐱‍🚀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Going to add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dfdgf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